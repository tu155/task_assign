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F8A54-DE28-6A70-7D8D-2C5C2B5DC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46214D-DEA7-A202-F889-887A001F5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1D85E-E5CF-CC3B-3BDA-DB1DD0C7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4291F0-4F97-7481-F25D-05446C8CF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A9F59-FF3D-A2BF-2604-FF146272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740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0D274-EB60-9114-EB59-D48E02A0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4B135A-6CDE-2839-18A4-9F38EEA71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959129-FBF2-C601-8EF4-30A7D3A44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765652-1F3D-8D54-596D-AA002C84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DCD24-35C0-EA7E-FE6D-4BFBDF438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96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1025D-2AD1-0D5F-9FBE-AF74089A3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CAADB8-1FEB-AEBD-5320-ED119A51E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4561DA-912F-BB46-056A-C7456B45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EBEEF2-30BC-AA6A-FD85-9C7B7AF5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82F8C2-37EF-0BB2-86DC-67736905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925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5A213-8757-1F2C-2082-8DB46F9AB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FE6C5A-EA9B-40E9-3F81-BE64A4634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0BC979-7A64-E959-1E4D-1CE6D2DA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B7282B-E2C4-5410-57C7-4F49D90E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9BB659-32A7-14F4-AFEE-52C68E6E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339A04-6F13-B551-B3CF-9F477DA2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07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3E589-7E5A-FFF5-1031-6AD85170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63506B-D509-A62F-F65E-91D7CB738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6617FC-800D-82CC-9F3E-CEB821B8A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CAA9CF-DBC8-708A-EFF3-7BC96C34D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C7429B-0397-C25C-0AA1-1F54AC4A6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52F885-2308-D001-71A1-AAF743199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6E3098-B14B-A6B3-72D1-41EC54A96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3D9360-E081-DC1B-74A7-C0484F1C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367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97BD2-6463-AFFC-1835-FD4E55B48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B52381D-7C02-B4F8-FCEC-E20C67850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FE27D1-E8B0-D927-9678-3BE42C62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2FEFE7-4B8D-699C-7BEF-955C7446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25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8664DC-BE1F-3A17-4311-8522DFB5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E03CBE-3F06-67E6-DEC5-DB420619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EA9B6B-E507-BA48-2988-E72ED56B6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43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F6722-9866-0FD6-B94C-7B75CE3A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26BBBB-3FC5-95A4-452C-3C60D9BB0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A36AA9-F734-8677-A882-593BFB9DE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F88B3E-EF7F-4C26-9250-900BD8FA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6852F8-8C27-C5CC-F9D9-F5A665DB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4B912E-CAC4-EE4C-578E-596E7F8E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480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0AA0C-ADB5-4037-F063-568974E2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2F3FE4-199D-10C3-8007-9C560322C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6845AF-DA85-9D27-C485-63B91EF70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ED3146-2F26-3C29-DB3D-A5A33C54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56E201-3BBC-9788-CE7D-A5C3CE92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906836-1D06-CE5D-2F8F-913F9A69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49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9ECAC8-04BC-A2D2-FC91-1D419FEF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FABC0A-8D84-A72A-6A66-B91DFDFEE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F74E1F-ED17-9E7C-D3C1-1F4146C2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0C53E2-415D-2EF9-01D4-B24DE8E6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7E79DC-99A3-6E6D-A11F-15A14E07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605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EE873F-2426-2923-4F17-92C40C22C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95999D-D33E-E27F-A5E2-3791AFFF9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1EB46B-4CF8-61C3-0739-E3A02C83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211B6C-335F-C6DD-6874-ACBF5701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C09D2E-42A6-5C9D-414C-E2A772C7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4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A9C843-99E4-21BA-9430-F50F323D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EE7565-9C4C-2A7D-2562-087898EE2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17F19-FC29-1DFC-A941-62B2D6607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9BA4E-01D5-43AC-A9AF-C4400ED27ED3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5E3A9-6492-4206-BE51-7D38CC6E7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1A474-F779-5420-2530-3EFE1B2DD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76DE7-E919-4908-8D2E-A2D72B9CE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42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82742-0A6B-F627-EE18-1CBBD7FE1F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试验记录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61AFA9-46F8-8052-6C96-4D5C3FC1B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231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F3DAF-76F9-CABB-58A2-F66C2222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加入时间限制，调整权重后的结果</a:t>
            </a:r>
            <a:br>
              <a:rPr lang="en-US" altLang="zh-CN" dirty="0"/>
            </a:br>
            <a:r>
              <a:rPr lang="zh-CN" altLang="en-US" dirty="0"/>
              <a:t>考虑</a:t>
            </a:r>
            <a:r>
              <a:rPr lang="en-US" altLang="zh-CN" dirty="0"/>
              <a:t>1</a:t>
            </a:r>
            <a:r>
              <a:rPr lang="zh-CN" altLang="en-US" dirty="0"/>
              <a:t>、生成缺失样本，</a:t>
            </a:r>
            <a:r>
              <a:rPr lang="en-US" altLang="zh-CN" dirty="0"/>
              <a:t>2</a:t>
            </a:r>
            <a:r>
              <a:rPr lang="zh-CN" altLang="en-US" dirty="0"/>
              <a:t>、加入训练权重</a:t>
            </a:r>
          </a:p>
        </p:txBody>
      </p:sp>
      <p:pic>
        <p:nvPicPr>
          <p:cNvPr id="5" name="内容占位符 4" descr="文本&#10;&#10;AI 生成的内容可能不正确。">
            <a:extLst>
              <a:ext uri="{FF2B5EF4-FFF2-40B4-BE49-F238E27FC236}">
                <a16:creationId xmlns:a16="http://schemas.microsoft.com/office/drawing/2014/main" id="{2384E30B-A2CC-6022-0D8D-9E97E06B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8078" y="1825625"/>
            <a:ext cx="65558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3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2EF73-3E51-BABA-923A-FC4F63D1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电脑屏幕截图&#10;&#10;AI 生成的内容可能不正确。">
            <a:extLst>
              <a:ext uri="{FF2B5EF4-FFF2-40B4-BE49-F238E27FC236}">
                <a16:creationId xmlns:a16="http://schemas.microsoft.com/office/drawing/2014/main" id="{620E1119-6422-D5F5-DABC-90AA517B5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0037" y="1825625"/>
            <a:ext cx="867192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11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FE839-30AB-EBDF-F955-2BDDDE55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图片包含 文本&#10;&#10;AI 生成的内容可能不正确。">
            <a:extLst>
              <a:ext uri="{FF2B5EF4-FFF2-40B4-BE49-F238E27FC236}">
                <a16:creationId xmlns:a16="http://schemas.microsoft.com/office/drawing/2014/main" id="{80525F2E-0AA0-FFBD-57AE-F0EF3CE42A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4707" y="1825625"/>
            <a:ext cx="89825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1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24</Words>
  <Application>Microsoft Office PowerPoint</Application>
  <PresentationFormat>宽屏</PresentationFormat>
  <Paragraphs>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试验记录</vt:lpstr>
      <vt:lpstr>加入时间限制，调整权重后的结果 考虑1、生成缺失样本，2、加入训练权重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13293356554@163.com</dc:creator>
  <cp:lastModifiedBy>13293356554@163.com</cp:lastModifiedBy>
  <cp:revision>3</cp:revision>
  <dcterms:created xsi:type="dcterms:W3CDTF">2026-01-13T08:28:05Z</dcterms:created>
  <dcterms:modified xsi:type="dcterms:W3CDTF">2026-01-14T05:32:31Z</dcterms:modified>
</cp:coreProperties>
</file>